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FEAF-37D5-8222-B86D-07202AA9D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B216D-D570-A34E-2F47-E9ED8B9A4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A52E9-4252-47B5-3605-A6A9DAFB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DB389-DD0A-2CB7-AAEF-CF7E7EEE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6EE6F-71EC-3A8E-210E-4077A2AA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064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123F-8B30-7FC4-029F-D0EDFBD2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B91E-82E4-1585-1084-A920EF78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7ED6-1C57-869A-039B-7E7B680B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59172-B587-570E-424F-06F5B47A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B99C-EEB8-13B4-476B-CF2523E4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93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702C-E81E-9890-A8B8-8F288BA0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40278-4C0F-2F03-F7A9-61A1037CB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8C76-8362-2F57-45DD-6490C3CA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5FBBD-5DDB-F674-4C89-BD8617C6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53C67-AFC4-2649-F934-E7C2959B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085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A2F-7E74-6D53-10C8-030A4C7A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0B7A-469F-97AE-5C6C-A195E5C43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DEE55-2481-EAB7-10FE-D264EEFF6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78077-6E55-4556-EF6B-7DCED67C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0C713-F083-45B1-FA95-66E42957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D7A70-B83B-1C1C-2D09-30379492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22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FC96D-177D-90FC-26AB-6E6A24EF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A605A-C48F-CB1A-6A27-8B7ADF8AF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9FCAC-1431-29E0-EE49-F02993B83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E8660-8E93-C4A2-19EA-5009258CB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2145E-9DAB-FA62-2A58-A4BB76EB6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4F382-1D41-233E-9E97-8B5E10BD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D52D89-5982-EC6B-EE71-AEA8CF0E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98729-3311-E3F4-7EDB-F32E878F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7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0271-0452-8FCB-FD45-1021A43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60CE0-F662-1E67-ED60-C473FA39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7E5E4-E600-9D9C-57E8-E456A1DD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0A4F5-7DD3-CDF6-4DC6-501BF3A2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91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C0122-844F-1C93-B993-13A8DC1E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9EBBA-5A91-CC5C-FC1D-2DB0079A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CA075-2794-B342-E433-209FE9CC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9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724D-18A8-D9D0-A92D-D1A0F2BD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027A0-42B5-20BC-41D4-6DD5A7207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9BC9D-F816-7C72-AB00-5B1F24FCA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521EB-27D5-9709-DAE6-DE2545A9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C2C64-BFC9-0BA9-0C81-2BDBDDBF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A1428-9866-0A5A-7345-DC5F3AC5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2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D46C-E7A7-A5D8-7297-C564BD9F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BBBB6-7836-8C53-D80B-14BBF711D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B1D0A-C4E9-4E5E-8608-466FC2C08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920FF-2F55-D22A-A53A-CFBB3F95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E132D-40B2-D68A-87B6-8D543004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C160-E510-DD44-31C5-D5CB11FC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6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A620-0122-ADE6-EA65-E32784A1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8BC1F-166D-C950-1D7C-E7FE02C3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EAB10-D1B0-23B9-9753-6BE3A7CE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62E14-6C7B-56B6-8A0B-E85DA5EB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EFA9-FD06-4254-2799-5B4B4F25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82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AE034-CC58-FE28-6047-863E19125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E07DB-F00C-5A11-6C15-D0959C180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31DB2-88CB-C056-C0CC-8EF550A1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FA3D2-B506-4C37-9286-058A362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5EEA-FC5B-A5B9-40E4-48BF9E2F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4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1E9AB-F1CC-155C-49C8-CF495CA2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4CA40-5EBE-1BB1-FECA-47D558026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8E68-32AB-795E-EAF4-CE771DF36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1AE7C-1C2A-4AE4-B534-33848953C5A5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3D635-34AD-2278-6631-B9BF83597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074C-56D4-9456-6260-AEFCE7FD5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F3375-0EAF-415C-85F4-3BF33D925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49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D3D7-27BF-0376-557A-E575382FE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68810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CAPACITIVE PROXIMITY SENSOR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461B-0D57-94B2-7357-6196D9564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1652" y="4569696"/>
            <a:ext cx="2369574" cy="1655762"/>
          </a:xfrm>
        </p:spPr>
        <p:txBody>
          <a:bodyPr>
            <a:normAutofit/>
          </a:bodyPr>
          <a:lstStyle/>
          <a:p>
            <a:pPr algn="r"/>
            <a:r>
              <a:rPr lang="en-IN" dirty="0"/>
              <a:t>By:</a:t>
            </a:r>
          </a:p>
          <a:p>
            <a:pPr algn="r"/>
            <a:r>
              <a:rPr lang="en-IN" dirty="0"/>
              <a:t>K </a:t>
            </a:r>
            <a:r>
              <a:rPr lang="en-IN" dirty="0" err="1"/>
              <a:t>Sathwik</a:t>
            </a:r>
            <a:r>
              <a:rPr lang="en-IN" dirty="0"/>
              <a:t> Kumar</a:t>
            </a:r>
          </a:p>
          <a:p>
            <a:pPr algn="r"/>
            <a:r>
              <a:rPr lang="en-IN" dirty="0"/>
              <a:t>192425051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99456190-20B3-091A-7A7E-6E889DEF5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3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476DA0-2C0E-789C-3D2D-05A4315DCCAE}"/>
              </a:ext>
            </a:extLst>
          </p:cNvPr>
          <p:cNvSpPr txBox="1"/>
          <p:nvPr/>
        </p:nvSpPr>
        <p:spPr>
          <a:xfrm>
            <a:off x="1877961" y="2642592"/>
            <a:ext cx="8790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MLA0103-ARTIFICIAL INTILIGENCE AND EXPERTS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3771C-0809-76B2-A86A-38A97332F7E0}"/>
              </a:ext>
            </a:extLst>
          </p:cNvPr>
          <p:cNvSpPr txBox="1"/>
          <p:nvPr/>
        </p:nvSpPr>
        <p:spPr>
          <a:xfrm>
            <a:off x="3048000" y="34735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CO4-AT3-Technical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A0D31-E513-5052-1A4E-E6136403F799}"/>
              </a:ext>
            </a:extLst>
          </p:cNvPr>
          <p:cNvSpPr txBox="1"/>
          <p:nvPr/>
        </p:nvSpPr>
        <p:spPr>
          <a:xfrm>
            <a:off x="786580" y="498207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Faculty:</a:t>
            </a:r>
          </a:p>
          <a:p>
            <a:r>
              <a:rPr lang="en-IN" sz="2400" dirty="0"/>
              <a:t>Dr M Prakash</a:t>
            </a:r>
          </a:p>
        </p:txBody>
      </p:sp>
    </p:spTree>
    <p:extLst>
      <p:ext uri="{BB962C8B-B14F-4D97-AF65-F5344CB8AC3E}">
        <p14:creationId xmlns:p14="http://schemas.microsoft.com/office/powerpoint/2010/main" val="427361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0633-857C-F7A6-3582-6EECFA90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3CAC-B570-A5A5-718B-66887640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Capacitive Proximity Sensor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capacitive proximity sensor is a non-contact sensor used to detect the presence or absence of an object.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detecting changes in the electrical capacitance around its sensing surface.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detect both metallic and non-metallic objects, including plastic, glass, wood, paper, liquids, and human bodies.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does not need physical contact with the object.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in industrial automation, object detection, level sensing, and touch-sensitive systems.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29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D5B3-1668-C43A-57A1-AEB46245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48EB-1888-46AA-5220-7BFF23CD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03" y="1825625"/>
            <a:ext cx="749955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Electrode – Creates the electric field used for detecting objects.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Oscillator – Generates the electrical signal required for sensing.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Circuit – Detects changes in capacitance.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Threshold/Comparator Circuit – Determines whether an object is present.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Circuit – Sends the detection signal to a PLC, controller, or other device.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Housing – Protects the internal electronic components.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roximity Switch | THE INSTRUMENT GURU">
            <a:extLst>
              <a:ext uri="{FF2B5EF4-FFF2-40B4-BE49-F238E27FC236}">
                <a16:creationId xmlns:a16="http://schemas.microsoft.com/office/drawing/2014/main" id="{2E6EF454-A9BB-85C1-1000-6E61C405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16" y="347049"/>
            <a:ext cx="3393139" cy="3081951"/>
          </a:xfrm>
          <a:prstGeom prst="rect">
            <a:avLst/>
          </a:prstGeom>
        </p:spPr>
      </p:pic>
      <p:pic>
        <p:nvPicPr>
          <p:cNvPr id="5" name="Picture 4" descr="Capacitive Proximity Sensor, Cylindrical, M30, Shielded, Ni-plated Brass, NPN NC, Sensing Distance 10 mm, 2 meter 3-wire cable - Channel Comp LLC">
            <a:extLst>
              <a:ext uri="{FF2B5EF4-FFF2-40B4-BE49-F238E27FC236}">
                <a16:creationId xmlns:a16="http://schemas.microsoft.com/office/drawing/2014/main" id="{0A35E482-E1D6-DC5F-7EB5-CD0CDD43F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916" y="3247718"/>
            <a:ext cx="3610282" cy="361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0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846E-BEFC-18F5-75BE-0ECB1C32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COMPONENT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9823-B2F6-6D50-AE40-C60DB91F8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6332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sensing electrode continuously produces an electrical field.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enters the sensing range, it changes the capacitance near the electrode.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oscillator responds to this change.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electronic circuit compares the detected signal with a predefined threshold.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change is large enough, the sensor switches its output ON.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object moves away, the capacitance returns toward its original value and the output switches OFF.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EE57-F3D9-C0BC-B253-5CD01AE8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74C6-A38A-08F4-A29A-CEFAC8FCD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IN" sz="3400" b="1" dirty="0"/>
              <a:t>Applications:</a:t>
            </a:r>
          </a:p>
          <a:p>
            <a:pPr lvl="0"/>
            <a:r>
              <a:rPr lang="en-IN" b="1" dirty="0"/>
              <a:t>Industrial Automation</a:t>
            </a:r>
            <a:r>
              <a:rPr lang="en-IN" dirty="0"/>
              <a:t> – Detecting objects on conveyor belts. </a:t>
            </a:r>
          </a:p>
          <a:p>
            <a:pPr lvl="0"/>
            <a:r>
              <a:rPr lang="en-IN" b="1" dirty="0"/>
              <a:t>Liquid Level Detection</a:t>
            </a:r>
            <a:r>
              <a:rPr lang="en-IN" dirty="0"/>
              <a:t> – Detecting the level of water, oil, chemicals, and other liquids inside containers. </a:t>
            </a:r>
          </a:p>
          <a:p>
            <a:pPr lvl="0"/>
            <a:r>
              <a:rPr lang="en-IN" b="1" dirty="0"/>
              <a:t>Packaging Industries</a:t>
            </a:r>
            <a:r>
              <a:rPr lang="en-IN" dirty="0"/>
              <a:t> – Detecting bottles, boxes, plastic containers, and packaging materials. </a:t>
            </a:r>
          </a:p>
          <a:p>
            <a:pPr lvl="0"/>
            <a:r>
              <a:rPr lang="en-IN" b="1" dirty="0"/>
              <a:t>Material Detection</a:t>
            </a:r>
            <a:r>
              <a:rPr lang="en-IN" dirty="0"/>
              <a:t> – Detecting wood, glass, plastic, paper, and metal. </a:t>
            </a:r>
          </a:p>
          <a:p>
            <a:pPr lvl="0"/>
            <a:r>
              <a:rPr lang="en-IN" b="1" dirty="0"/>
              <a:t>Touchless Control Systems</a:t>
            </a:r>
            <a:r>
              <a:rPr lang="en-IN" dirty="0"/>
              <a:t> – Detecting the presence of a hand or finger. </a:t>
            </a:r>
          </a:p>
          <a:p>
            <a:pPr lvl="0"/>
            <a:r>
              <a:rPr lang="en-IN" b="1" dirty="0"/>
              <a:t>Automotive Systems</a:t>
            </a:r>
            <a:r>
              <a:rPr lang="en-IN" dirty="0"/>
              <a:t> – Used for object and position detection. </a:t>
            </a:r>
          </a:p>
          <a:p>
            <a:pPr lvl="0"/>
            <a:r>
              <a:rPr lang="en-IN" b="1" dirty="0"/>
              <a:t>Smart Manufacturing</a:t>
            </a:r>
            <a:r>
              <a:rPr lang="en-IN" dirty="0"/>
              <a:t> – Monitoring and controlling automated production processes. </a:t>
            </a:r>
          </a:p>
          <a:p>
            <a:pPr marL="0" indent="0">
              <a:buNone/>
            </a:pPr>
            <a:r>
              <a:rPr lang="en-IN" sz="3300" b="1" dirty="0"/>
              <a:t>Advantages</a:t>
            </a:r>
          </a:p>
          <a:p>
            <a:r>
              <a:rPr lang="en-IN" dirty="0"/>
              <a:t>Non-contact + Fast + Versatile + Easy to Automate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54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CAPACITIVE PROXIMITY SENSOR</vt:lpstr>
      <vt:lpstr>INTRODUCTION</vt:lpstr>
      <vt:lpstr>IMAGE AND COMPONENTS</vt:lpstr>
      <vt:lpstr>HOW THE COMPONENT WORKS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KOTHAMASU SATHWIK KUMAR</dc:creator>
  <cp:lastModifiedBy>KOTHAMASU SATHWIK KUMAR</cp:lastModifiedBy>
  <cp:revision>1</cp:revision>
  <dcterms:created xsi:type="dcterms:W3CDTF">2026-08-25T08:25:21Z</dcterms:created>
  <dcterms:modified xsi:type="dcterms:W3CDTF">2026-08-25T08:25:30Z</dcterms:modified>
</cp:coreProperties>
</file>